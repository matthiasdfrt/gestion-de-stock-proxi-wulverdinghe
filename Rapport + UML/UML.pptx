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72F032-9D7F-4766-B7E1-E56767B3A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C25A3A-671B-4D91-8D30-D27A0E630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B5A1A-13F8-40D4-B8C4-0FA3BE727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EB0470-22ED-46C4-95D9-F8C84515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55D264-52C9-4517-8E2D-0064DE8C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38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BB091-ABEE-4E24-A053-0AB62155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660E6D-C7CB-4303-896B-B5AC26CD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3FD04-D3B4-499C-900B-090F3643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AA3741-3597-4466-962C-2EBA025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18CA83-413C-4201-A8D4-99227521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05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6F0E08-0B07-4632-BE81-679DBDD3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6CE24A-F4BE-47F5-AB86-9C626999B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94A2A0-D5E0-422C-8409-C36B695F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E1037-FC73-4365-AFEA-27DFF34F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EA8EBE-9E58-4C28-860D-489B87E5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ED08E8-0015-49D7-A35C-A8C17E32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CECC02-6681-46C3-AF54-A654175B9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C61280-4485-4814-96D4-7EB135124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B932E1-A551-4A90-8FB8-A4996204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1E22B4-4009-459A-8644-CC6C4EAB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24202A-C026-4EDC-ADE8-2DB6F2D6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8207D-F4EA-495E-AC01-236BEF34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6CE1B-6BA0-4AA3-88C3-919220183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5A5A86-517C-4FD7-8C39-13F415F34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7FFCB14-4C02-42AA-8919-6F35576C1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5C3E71-DC22-45EC-B535-EA2B9CB5C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42F1D77-8F83-45F8-B42A-DAF8A6BD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20F3D0-C8E7-47E1-977D-5E6075B5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D6AC10-DE6A-46A0-AD9F-3A96B9AB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8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EEDFE-E22D-40ED-8D3E-21AFBC5A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74760D-1A18-470C-8764-08E1557C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D7E2E-A18D-4C35-B610-5A9B6C5E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B1168-1C18-4513-9C54-F06355CF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575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4C52A2-0E6F-4788-8719-6F66A215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3A5D523-497B-46C6-BD78-FD04A7F4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AA05E1-1585-4796-BAC9-BE2EB4BA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36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800214-1775-4F35-BBCB-0C4E2892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B19D8-B9F4-4DBA-9C7F-CA81FF8C7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FA5828-941B-4189-9FEF-847B20323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848700-7418-4BC7-A0B3-A93F6973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2C4D09-7F6D-49BB-9C8F-11D17B1E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F5FC13-C425-4BD8-88B1-9AD9DBAC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774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D84D0-C808-4BDC-960B-DD6C79F5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CD64AD7-740C-426B-84FB-F489F56DE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7BC5F7-2BF6-4E81-ADA6-53337FA64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595D60-6AB2-4718-A3BC-FDF8FF79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260413-7CC8-412C-95ED-EF93EEBF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B3BDCA-E0EA-412E-A205-43D829E6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91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B675DA-AA58-4C8E-81CE-F5DB3A42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5A49F6-C437-48EA-9175-92747776F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027CAE-5DAB-42B8-8782-599DB3D4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66E409-A31A-4C30-A553-EEED7A6A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BA34E6-9009-4F44-95AA-1BAC9BB2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81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C86C9B6-D8B2-4E28-B6CF-5A8AC9988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000A6D-4399-45EE-9448-06781DB04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F5CE15-AC75-4EF3-9FB0-539F5CC4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A4EDDB-2AD0-4AD9-BA5A-93841F0C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412244-CAFF-4D12-914A-F86908A2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41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ADB73D-0481-477B-8393-8A08C2AD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5B41C-B20F-4E97-9A9E-ED76C3773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C9F7E4-8D5B-4BA9-8EA5-83674CB7D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7FF7E-3FB9-4896-8D84-4CDCB744A637}" type="datetimeFigureOut">
              <a:rPr lang="fr-FR" smtClean="0"/>
              <a:t>10/06/2023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8FFD9E-B8FE-41BF-B574-BF52F38BF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6DF9E0-FEA0-4FB4-A120-C3DB0731C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49CA-A808-4193-B949-435D94A711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81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6C30E342-9FEF-462D-A2E7-57BE26C1AD8B}"/>
              </a:ext>
            </a:extLst>
          </p:cNvPr>
          <p:cNvGrpSpPr/>
          <p:nvPr/>
        </p:nvGrpSpPr>
        <p:grpSpPr>
          <a:xfrm>
            <a:off x="7643642" y="463858"/>
            <a:ext cx="1367406" cy="1633756"/>
            <a:chOff x="650146" y="530604"/>
            <a:chExt cx="1367406" cy="1633756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10CDDBDA-F590-407E-863C-03FEA6E5D78E}"/>
                </a:ext>
              </a:extLst>
            </p:cNvPr>
            <p:cNvGrpSpPr/>
            <p:nvPr/>
          </p:nvGrpSpPr>
          <p:grpSpPr>
            <a:xfrm>
              <a:off x="650146" y="530604"/>
              <a:ext cx="1367406" cy="1633756"/>
              <a:chOff x="4728594" y="2164360"/>
              <a:chExt cx="1367406" cy="163375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BF05ACD-ED3F-44E3-8947-5629A17807D2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52A2F395-232C-4320-B181-AECD591EDA97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FCA79B53-6942-47EF-9B16-EB881B05DE35}"/>
                </a:ext>
              </a:extLst>
            </p:cNvPr>
            <p:cNvSpPr txBox="1"/>
            <p:nvPr/>
          </p:nvSpPr>
          <p:spPr>
            <a:xfrm>
              <a:off x="650146" y="530604"/>
              <a:ext cx="13674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viandes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C752EB25-54F1-4DB6-B2C1-B7BC3CB2792E}"/>
                </a:ext>
              </a:extLst>
            </p:cNvPr>
            <p:cNvSpPr txBox="1"/>
            <p:nvPr/>
          </p:nvSpPr>
          <p:spPr>
            <a:xfrm>
              <a:off x="661332" y="757106"/>
              <a:ext cx="135622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/>
                <a:t>Date conso</a:t>
              </a:r>
            </a:p>
            <a:p>
              <a:r>
                <a:rPr lang="fr-FR" sz="1050" dirty="0" err="1"/>
                <a:t>Num</a:t>
              </a:r>
              <a:r>
                <a:rPr lang="fr-FR" sz="1050" dirty="0"/>
                <a:t> de producteur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32BD700D-55A9-44CA-B1E2-2073596BAB7A}"/>
              </a:ext>
            </a:extLst>
          </p:cNvPr>
          <p:cNvGrpSpPr/>
          <p:nvPr/>
        </p:nvGrpSpPr>
        <p:grpSpPr>
          <a:xfrm>
            <a:off x="2830832" y="176913"/>
            <a:ext cx="1367406" cy="1633756"/>
            <a:chOff x="2761376" y="530604"/>
            <a:chExt cx="1367406" cy="1633756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A584A797-F6EF-4DED-85FB-8A9ECD021A52}"/>
                </a:ext>
              </a:extLst>
            </p:cNvPr>
            <p:cNvGrpSpPr/>
            <p:nvPr/>
          </p:nvGrpSpPr>
          <p:grpSpPr>
            <a:xfrm>
              <a:off x="2761376" y="530604"/>
              <a:ext cx="1367406" cy="1633756"/>
              <a:chOff x="4728594" y="2164360"/>
              <a:chExt cx="1367406" cy="163375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32DE4C4-35E6-41F8-9876-04F681836E24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5" name="Connecteur droit 24">
                <a:extLst>
                  <a:ext uri="{FF2B5EF4-FFF2-40B4-BE49-F238E27FC236}">
                    <a16:creationId xmlns:a16="http://schemas.microsoft.com/office/drawing/2014/main" id="{68D7B96B-0854-4A8D-91C5-F057F5790077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43C46F3-CEF8-4A38-83BE-4B49F54C2D9E}"/>
                </a:ext>
              </a:extLst>
            </p:cNvPr>
            <p:cNvSpPr txBox="1"/>
            <p:nvPr/>
          </p:nvSpPr>
          <p:spPr>
            <a:xfrm>
              <a:off x="2772562" y="530604"/>
              <a:ext cx="1356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surgelés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05259A52-E4CA-4CB5-8D34-45DD2DA63674}"/>
                </a:ext>
              </a:extLst>
            </p:cNvPr>
            <p:cNvSpPr txBox="1"/>
            <p:nvPr/>
          </p:nvSpPr>
          <p:spPr>
            <a:xfrm>
              <a:off x="2761376" y="757106"/>
              <a:ext cx="136740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/>
                <a:t>Date conso</a:t>
              </a:r>
            </a:p>
            <a:p>
              <a:r>
                <a:rPr lang="fr-FR" sz="1050" dirty="0" err="1"/>
                <a:t>Num</a:t>
              </a:r>
              <a:r>
                <a:rPr lang="fr-FR" sz="1050" dirty="0"/>
                <a:t> de producteur</a:t>
              </a:r>
            </a:p>
            <a:p>
              <a:r>
                <a:rPr lang="fr-FR" sz="1050" dirty="0"/>
                <a:t>Prix 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3A375F20-519C-48E6-BAD8-A75957E49782}"/>
              </a:ext>
            </a:extLst>
          </p:cNvPr>
          <p:cNvGrpSpPr/>
          <p:nvPr/>
        </p:nvGrpSpPr>
        <p:grpSpPr>
          <a:xfrm>
            <a:off x="9956115" y="4080723"/>
            <a:ext cx="1378592" cy="1633756"/>
            <a:chOff x="5929618" y="417353"/>
            <a:chExt cx="1378592" cy="1633756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F0A24B76-6D78-48AA-A5FE-41FBE6E6BBF7}"/>
                </a:ext>
              </a:extLst>
            </p:cNvPr>
            <p:cNvGrpSpPr/>
            <p:nvPr/>
          </p:nvGrpSpPr>
          <p:grpSpPr>
            <a:xfrm>
              <a:off x="5929618" y="417353"/>
              <a:ext cx="1367406" cy="1633756"/>
              <a:chOff x="4728594" y="2164360"/>
              <a:chExt cx="1367406" cy="163375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E33FFE-CC99-42B7-B107-DEDEF6D43258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328E463C-C9EB-4730-862E-54ACEEECB103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7B9F5B64-AEBE-42B2-BA65-3DCA1336678A}"/>
                </a:ext>
              </a:extLst>
            </p:cNvPr>
            <p:cNvSpPr txBox="1"/>
            <p:nvPr/>
          </p:nvSpPr>
          <p:spPr>
            <a:xfrm>
              <a:off x="5940804" y="417353"/>
              <a:ext cx="13674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poisson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52F0FEE7-4451-49D9-933F-BC24BECAEC2C}"/>
                </a:ext>
              </a:extLst>
            </p:cNvPr>
            <p:cNvSpPr txBox="1"/>
            <p:nvPr/>
          </p:nvSpPr>
          <p:spPr>
            <a:xfrm>
              <a:off x="5940804" y="643855"/>
              <a:ext cx="1367406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Date conso</a:t>
              </a:r>
            </a:p>
            <a:p>
              <a:r>
                <a:rPr lang="fr-FR" sz="1050" dirty="0" err="1"/>
                <a:t>Num</a:t>
              </a:r>
              <a:r>
                <a:rPr lang="fr-FR" sz="1050" dirty="0"/>
                <a:t> d’arrivage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37550570-6470-47F4-83B5-53CD1A37B019}"/>
              </a:ext>
            </a:extLst>
          </p:cNvPr>
          <p:cNvGrpSpPr/>
          <p:nvPr/>
        </p:nvGrpSpPr>
        <p:grpSpPr>
          <a:xfrm>
            <a:off x="438799" y="2155685"/>
            <a:ext cx="1367406" cy="1633756"/>
            <a:chOff x="676834" y="3267648"/>
            <a:chExt cx="1367406" cy="1633756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2F4081BC-9C7B-470A-9727-F1B987113410}"/>
                </a:ext>
              </a:extLst>
            </p:cNvPr>
            <p:cNvGrpSpPr/>
            <p:nvPr/>
          </p:nvGrpSpPr>
          <p:grpSpPr>
            <a:xfrm>
              <a:off x="676834" y="3267648"/>
              <a:ext cx="1367406" cy="1633756"/>
              <a:chOff x="4728594" y="2164360"/>
              <a:chExt cx="1367406" cy="163375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C1B6311-3E14-40B5-9D19-AE63CADDA035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22060D7D-5812-4BB7-89CF-8B9C96AD87D2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738380B-0F38-4974-94D9-9BB90649EBCA}"/>
                </a:ext>
              </a:extLst>
            </p:cNvPr>
            <p:cNvSpPr txBox="1"/>
            <p:nvPr/>
          </p:nvSpPr>
          <p:spPr>
            <a:xfrm>
              <a:off x="676834" y="3267648"/>
              <a:ext cx="1356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Librairie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22B77C2C-CE7C-49FA-BFFF-8DC924EB3389}"/>
                </a:ext>
              </a:extLst>
            </p:cNvPr>
            <p:cNvSpPr txBox="1"/>
            <p:nvPr/>
          </p:nvSpPr>
          <p:spPr>
            <a:xfrm>
              <a:off x="688020" y="3494150"/>
              <a:ext cx="1356220" cy="1223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Titre</a:t>
              </a:r>
            </a:p>
            <a:p>
              <a:r>
                <a:rPr lang="fr-FR" sz="1050" dirty="0" err="1"/>
                <a:t>Isbn</a:t>
              </a:r>
              <a:endParaRPr lang="fr-FR" sz="1050" dirty="0"/>
            </a:p>
            <a:p>
              <a:r>
                <a:rPr lang="fr-FR" sz="1050" dirty="0"/>
                <a:t>Date </a:t>
              </a:r>
              <a:r>
                <a:rPr lang="fr-FR" sz="1050" dirty="0" err="1"/>
                <a:t>publi</a:t>
              </a:r>
              <a:endParaRPr lang="fr-FR" sz="1050" dirty="0"/>
            </a:p>
            <a:p>
              <a:r>
                <a:rPr lang="fr-FR" sz="1050" dirty="0"/>
                <a:t>Auteur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3B41C41F-36C6-4046-B5A4-023F83A546E2}"/>
              </a:ext>
            </a:extLst>
          </p:cNvPr>
          <p:cNvGrpSpPr/>
          <p:nvPr/>
        </p:nvGrpSpPr>
        <p:grpSpPr>
          <a:xfrm>
            <a:off x="1316110" y="4986888"/>
            <a:ext cx="1379860" cy="1633756"/>
            <a:chOff x="2779195" y="2838624"/>
            <a:chExt cx="1379860" cy="1633756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CF7F41F5-1732-4657-ACCE-C59391B43186}"/>
                </a:ext>
              </a:extLst>
            </p:cNvPr>
            <p:cNvGrpSpPr/>
            <p:nvPr/>
          </p:nvGrpSpPr>
          <p:grpSpPr>
            <a:xfrm>
              <a:off x="2779195" y="2838624"/>
              <a:ext cx="1367406" cy="1633756"/>
              <a:chOff x="4728594" y="2164360"/>
              <a:chExt cx="1367406" cy="163375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61E14C-D789-41B7-9606-1DBE102FD0B3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6" name="Connecteur droit 5">
                <a:extLst>
                  <a:ext uri="{FF2B5EF4-FFF2-40B4-BE49-F238E27FC236}">
                    <a16:creationId xmlns:a16="http://schemas.microsoft.com/office/drawing/2014/main" id="{3C2875BF-11C0-4630-B2B0-6B16840DDFB0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1FD6DB2-37E0-4A58-AEA7-7D173FEDEB44}"/>
                </a:ext>
              </a:extLst>
            </p:cNvPr>
            <p:cNvSpPr txBox="1"/>
            <p:nvPr/>
          </p:nvSpPr>
          <p:spPr>
            <a:xfrm>
              <a:off x="2802835" y="2838624"/>
              <a:ext cx="1356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céréale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971EC0EC-F589-476E-9ADB-EC428EDF1C9D}"/>
                </a:ext>
              </a:extLst>
            </p:cNvPr>
            <p:cNvSpPr txBox="1"/>
            <p:nvPr/>
          </p:nvSpPr>
          <p:spPr>
            <a:xfrm>
              <a:off x="2802835" y="3065126"/>
              <a:ext cx="1343766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/>
                <a:t>Date conso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3A8178E-B427-41C1-9A53-58941B8052AF}"/>
              </a:ext>
            </a:extLst>
          </p:cNvPr>
          <p:cNvGrpSpPr/>
          <p:nvPr/>
        </p:nvGrpSpPr>
        <p:grpSpPr>
          <a:xfrm>
            <a:off x="10042560" y="2099578"/>
            <a:ext cx="1367406" cy="1633756"/>
            <a:chOff x="4260678" y="2838624"/>
            <a:chExt cx="1367406" cy="1633756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C167C40F-07F9-4E6E-9B02-C0C6B562B00A}"/>
                </a:ext>
              </a:extLst>
            </p:cNvPr>
            <p:cNvGrpSpPr/>
            <p:nvPr/>
          </p:nvGrpSpPr>
          <p:grpSpPr>
            <a:xfrm>
              <a:off x="4260678" y="2838624"/>
              <a:ext cx="1367406" cy="1633756"/>
              <a:chOff x="4728594" y="2164360"/>
              <a:chExt cx="1367406" cy="163375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C1EFF10-BED6-4D70-9373-EDB1F3D17955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ACD77F2B-56D6-4294-833F-BA2C9C6D2E28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0ADECFE6-32D8-424C-922F-9492CE7E79C7}"/>
                </a:ext>
              </a:extLst>
            </p:cNvPr>
            <p:cNvSpPr txBox="1"/>
            <p:nvPr/>
          </p:nvSpPr>
          <p:spPr>
            <a:xfrm>
              <a:off x="4260678" y="2838624"/>
              <a:ext cx="13674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divers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02D85553-50DB-4A73-B552-B59BA98D877C}"/>
                </a:ext>
              </a:extLst>
            </p:cNvPr>
            <p:cNvSpPr txBox="1"/>
            <p:nvPr/>
          </p:nvSpPr>
          <p:spPr>
            <a:xfrm>
              <a:off x="4260678" y="3065126"/>
              <a:ext cx="13674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2376BFFC-1986-4AF3-8C7F-834D10354D4D}"/>
              </a:ext>
            </a:extLst>
          </p:cNvPr>
          <p:cNvGrpSpPr/>
          <p:nvPr/>
        </p:nvGrpSpPr>
        <p:grpSpPr>
          <a:xfrm>
            <a:off x="7289910" y="4964454"/>
            <a:ext cx="1378592" cy="1633756"/>
            <a:chOff x="5815842" y="530604"/>
            <a:chExt cx="1378592" cy="1633756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9DE92E37-8CC9-4DDE-B7F2-2891B0DDE79B}"/>
                </a:ext>
              </a:extLst>
            </p:cNvPr>
            <p:cNvGrpSpPr/>
            <p:nvPr/>
          </p:nvGrpSpPr>
          <p:grpSpPr>
            <a:xfrm>
              <a:off x="5815842" y="530604"/>
              <a:ext cx="1367406" cy="1633756"/>
              <a:chOff x="4728594" y="2164360"/>
              <a:chExt cx="1367406" cy="163375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282FC2-F5ED-483B-AD23-2EEA05917C7B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0" name="Connecteur droit 9">
                <a:extLst>
                  <a:ext uri="{FF2B5EF4-FFF2-40B4-BE49-F238E27FC236}">
                    <a16:creationId xmlns:a16="http://schemas.microsoft.com/office/drawing/2014/main" id="{8384FCDD-FCB5-45A4-915F-84FBE9793139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AD21E66C-1226-45BC-AE59-AF27DE4F9D97}"/>
                </a:ext>
              </a:extLst>
            </p:cNvPr>
            <p:cNvSpPr txBox="1"/>
            <p:nvPr/>
          </p:nvSpPr>
          <p:spPr>
            <a:xfrm>
              <a:off x="5827028" y="530604"/>
              <a:ext cx="13674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Fruits_légumes</a:t>
              </a:r>
              <a:endParaRPr lang="fr-FR" sz="1200" dirty="0"/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3E1C3527-3F74-4ADE-994A-4551B0A2B38E}"/>
                </a:ext>
              </a:extLst>
            </p:cNvPr>
            <p:cNvSpPr txBox="1"/>
            <p:nvPr/>
          </p:nvSpPr>
          <p:spPr>
            <a:xfrm>
              <a:off x="5827028" y="757106"/>
              <a:ext cx="135622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 err="1"/>
                <a:t>Num</a:t>
              </a:r>
              <a:r>
                <a:rPr lang="fr-FR" sz="1050" dirty="0"/>
                <a:t> producteur</a:t>
              </a:r>
            </a:p>
            <a:p>
              <a:r>
                <a:rPr lang="fr-FR" sz="1050" dirty="0"/>
                <a:t>Prix</a:t>
              </a:r>
            </a:p>
            <a:p>
              <a:r>
                <a:rPr lang="fr-FR" sz="1050" dirty="0" err="1"/>
                <a:t>Taille_lot</a:t>
              </a:r>
              <a:endParaRPr lang="fr-FR" sz="1050" dirty="0"/>
            </a:p>
            <a:p>
              <a:r>
                <a:rPr lang="fr-FR" sz="1050" dirty="0"/>
                <a:t>Stock</a:t>
              </a: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F07380E-0941-4447-8DF8-AA15A3E5AC52}"/>
              </a:ext>
            </a:extLst>
          </p:cNvPr>
          <p:cNvGrpSpPr/>
          <p:nvPr/>
        </p:nvGrpSpPr>
        <p:grpSpPr>
          <a:xfrm>
            <a:off x="4855816" y="2746061"/>
            <a:ext cx="1378592" cy="1633756"/>
            <a:chOff x="5815842" y="2612122"/>
            <a:chExt cx="1378592" cy="1633756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F152C67E-C280-40F7-9AE2-16C5DBBE4A85}"/>
                </a:ext>
              </a:extLst>
            </p:cNvPr>
            <p:cNvGrpSpPr/>
            <p:nvPr/>
          </p:nvGrpSpPr>
          <p:grpSpPr>
            <a:xfrm>
              <a:off x="5815842" y="2612122"/>
              <a:ext cx="1367406" cy="1633756"/>
              <a:chOff x="4728594" y="2164360"/>
              <a:chExt cx="1367406" cy="163375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DA6BE6E-CED8-43BD-87E9-80E7B99BC14C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55EEE9EE-E3DC-4D49-9A9B-953FC89730F9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AD81D250-70D1-4663-B648-CEB8051A0A56}"/>
                </a:ext>
              </a:extLst>
            </p:cNvPr>
            <p:cNvSpPr txBox="1"/>
            <p:nvPr/>
          </p:nvSpPr>
          <p:spPr>
            <a:xfrm>
              <a:off x="5815842" y="2612122"/>
              <a:ext cx="1378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Stock</a:t>
              </a: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BA131A17-2D25-4B30-A6D3-A4AF8B84E3EB}"/>
                </a:ext>
              </a:extLst>
            </p:cNvPr>
            <p:cNvSpPr txBox="1"/>
            <p:nvPr/>
          </p:nvSpPr>
          <p:spPr>
            <a:xfrm>
              <a:off x="5827028" y="2838624"/>
              <a:ext cx="135622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u="sng" dirty="0">
                  <a:solidFill>
                    <a:srgbClr val="FF0000"/>
                  </a:solidFill>
                </a:rPr>
                <a:t>EAN</a:t>
              </a:r>
            </a:p>
            <a:p>
              <a:r>
                <a:rPr lang="fr-FR" sz="1050" dirty="0"/>
                <a:t>Nom</a:t>
              </a:r>
            </a:p>
            <a:p>
              <a:r>
                <a:rPr lang="fr-FR" sz="1050" dirty="0"/>
                <a:t>Stock</a:t>
              </a:r>
            </a:p>
            <a:p>
              <a:r>
                <a:rPr lang="fr-FR" sz="1050" dirty="0"/>
                <a:t>Allée</a:t>
              </a:r>
            </a:p>
            <a:p>
              <a:r>
                <a:rPr lang="fr-FR" sz="1050" dirty="0"/>
                <a:t>Situation</a:t>
              </a:r>
            </a:p>
            <a:p>
              <a:r>
                <a:rPr lang="fr-FR" sz="1050" dirty="0"/>
                <a:t>type</a:t>
              </a:r>
            </a:p>
          </p:txBody>
        </p:sp>
      </p:grpSp>
      <p:cxnSp>
        <p:nvCxnSpPr>
          <p:cNvPr id="61" name="Connecteur : en angle 60">
            <a:extLst>
              <a:ext uri="{FF2B5EF4-FFF2-40B4-BE49-F238E27FC236}">
                <a16:creationId xmlns:a16="http://schemas.microsoft.com/office/drawing/2014/main" id="{BCA57B3D-217A-4FD7-A06D-294E49D6E54F}"/>
              </a:ext>
            </a:extLst>
          </p:cNvPr>
          <p:cNvCxnSpPr>
            <a:cxnSpLocks/>
            <a:stCxn id="12" idx="1"/>
            <a:endCxn id="24" idx="2"/>
          </p:cNvCxnSpPr>
          <p:nvPr/>
        </p:nvCxnSpPr>
        <p:spPr>
          <a:xfrm rot="10800000">
            <a:off x="3514536" y="1810669"/>
            <a:ext cx="1341281" cy="175227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 : en angle 64">
            <a:extLst>
              <a:ext uri="{FF2B5EF4-FFF2-40B4-BE49-F238E27FC236}">
                <a16:creationId xmlns:a16="http://schemas.microsoft.com/office/drawing/2014/main" id="{48EFDF04-F3AE-4F9D-8A28-01A3C551FD01}"/>
              </a:ext>
            </a:extLst>
          </p:cNvPr>
          <p:cNvCxnSpPr>
            <a:endCxn id="15" idx="3"/>
          </p:cNvCxnSpPr>
          <p:nvPr/>
        </p:nvCxnSpPr>
        <p:spPr>
          <a:xfrm rot="10800000">
            <a:off x="1806206" y="2972563"/>
            <a:ext cx="3038425" cy="1296514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E06E7F4C-A53F-4343-901A-E94B7E95A027}"/>
              </a:ext>
            </a:extLst>
          </p:cNvPr>
          <p:cNvCxnSpPr>
            <a:stCxn id="12" idx="2"/>
            <a:endCxn id="4" idx="3"/>
          </p:cNvCxnSpPr>
          <p:nvPr/>
        </p:nvCxnSpPr>
        <p:spPr>
          <a:xfrm rot="5400000">
            <a:off x="3399544" y="3663790"/>
            <a:ext cx="1423949" cy="2856003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 : en angle 68">
            <a:extLst>
              <a:ext uri="{FF2B5EF4-FFF2-40B4-BE49-F238E27FC236}">
                <a16:creationId xmlns:a16="http://schemas.microsoft.com/office/drawing/2014/main" id="{ED62FE17-D828-4295-B04C-9F8D17D70ADE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6014833" y="4435608"/>
            <a:ext cx="1342054" cy="1230471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 : en angle 70">
            <a:extLst>
              <a:ext uri="{FF2B5EF4-FFF2-40B4-BE49-F238E27FC236}">
                <a16:creationId xmlns:a16="http://schemas.microsoft.com/office/drawing/2014/main" id="{159BFEFF-8088-45B8-A597-F7901404481C}"/>
              </a:ext>
            </a:extLst>
          </p:cNvPr>
          <p:cNvCxnSpPr>
            <a:cxnSpLocks/>
          </p:cNvCxnSpPr>
          <p:nvPr/>
        </p:nvCxnSpPr>
        <p:spPr>
          <a:xfrm flipV="1">
            <a:off x="6223222" y="1042692"/>
            <a:ext cx="1420420" cy="1980368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 : en angle 76">
            <a:extLst>
              <a:ext uri="{FF2B5EF4-FFF2-40B4-BE49-F238E27FC236}">
                <a16:creationId xmlns:a16="http://schemas.microsoft.com/office/drawing/2014/main" id="{F548ED6C-D8C4-4D38-82F8-4B4B5F704D8F}"/>
              </a:ext>
            </a:extLst>
          </p:cNvPr>
          <p:cNvCxnSpPr>
            <a:stCxn id="21" idx="1"/>
            <a:endCxn id="56" idx="3"/>
          </p:cNvCxnSpPr>
          <p:nvPr/>
        </p:nvCxnSpPr>
        <p:spPr>
          <a:xfrm rot="10800000" flipV="1">
            <a:off x="6223222" y="2916456"/>
            <a:ext cx="3819338" cy="587022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 : en angle 79">
            <a:extLst>
              <a:ext uri="{FF2B5EF4-FFF2-40B4-BE49-F238E27FC236}">
                <a16:creationId xmlns:a16="http://schemas.microsoft.com/office/drawing/2014/main" id="{26C8ED17-2931-4117-94BF-4834B398A482}"/>
              </a:ext>
            </a:extLst>
          </p:cNvPr>
          <p:cNvCxnSpPr>
            <a:cxnSpLocks/>
            <a:stCxn id="18" idx="1"/>
            <a:endCxn id="12" idx="3"/>
          </p:cNvCxnSpPr>
          <p:nvPr/>
        </p:nvCxnSpPr>
        <p:spPr>
          <a:xfrm rot="10800000">
            <a:off x="6223223" y="3562939"/>
            <a:ext cx="3732893" cy="1334662"/>
          </a:xfrm>
          <a:prstGeom prst="bent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81F5ECE4-CAA0-4AB9-97C0-26B7555BB1C7}"/>
              </a:ext>
            </a:extLst>
          </p:cNvPr>
          <p:cNvSpPr txBox="1"/>
          <p:nvPr/>
        </p:nvSpPr>
        <p:spPr>
          <a:xfrm>
            <a:off x="1804392" y="2655339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BBEF0C02-DCF3-4E2C-B9AD-2AE10422AD57}"/>
              </a:ext>
            </a:extLst>
          </p:cNvPr>
          <p:cNvSpPr txBox="1"/>
          <p:nvPr/>
        </p:nvSpPr>
        <p:spPr>
          <a:xfrm>
            <a:off x="4564625" y="3955771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7B24F68-B32B-40AA-ACCA-BF88088A4272}"/>
              </a:ext>
            </a:extLst>
          </p:cNvPr>
          <p:cNvSpPr txBox="1"/>
          <p:nvPr/>
        </p:nvSpPr>
        <p:spPr>
          <a:xfrm>
            <a:off x="4631512" y="3244876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81EAA909-33AA-4B6D-8007-96D1FDD16F3F}"/>
              </a:ext>
            </a:extLst>
          </p:cNvPr>
          <p:cNvSpPr txBox="1"/>
          <p:nvPr/>
        </p:nvSpPr>
        <p:spPr>
          <a:xfrm>
            <a:off x="2669875" y="5504786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4B67FD4F-0D77-47E8-89AF-05711C52FE38}"/>
              </a:ext>
            </a:extLst>
          </p:cNvPr>
          <p:cNvSpPr txBox="1"/>
          <p:nvPr/>
        </p:nvSpPr>
        <p:spPr>
          <a:xfrm>
            <a:off x="5246918" y="4357722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3C7351FF-9B8D-4F41-A7DE-2C59241A3395}"/>
              </a:ext>
            </a:extLst>
          </p:cNvPr>
          <p:cNvSpPr txBox="1"/>
          <p:nvPr/>
        </p:nvSpPr>
        <p:spPr>
          <a:xfrm>
            <a:off x="5833839" y="4368770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DEFC8DB5-D658-4C53-B704-998BDE5CFB63}"/>
              </a:ext>
            </a:extLst>
          </p:cNvPr>
          <p:cNvSpPr txBox="1"/>
          <p:nvPr/>
        </p:nvSpPr>
        <p:spPr>
          <a:xfrm>
            <a:off x="7062421" y="5397362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8F351507-618D-4951-A888-AACA481132D9}"/>
              </a:ext>
            </a:extLst>
          </p:cNvPr>
          <p:cNvSpPr txBox="1"/>
          <p:nvPr/>
        </p:nvSpPr>
        <p:spPr>
          <a:xfrm>
            <a:off x="3534070" y="1774125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A132BE4A-B1D9-46E8-9D4E-E1344128883E}"/>
              </a:ext>
            </a:extLst>
          </p:cNvPr>
          <p:cNvSpPr txBox="1"/>
          <p:nvPr/>
        </p:nvSpPr>
        <p:spPr>
          <a:xfrm>
            <a:off x="7427339" y="760245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3E0338A-999E-4C2B-8F0E-12B75920DF17}"/>
              </a:ext>
            </a:extLst>
          </p:cNvPr>
          <p:cNvSpPr txBox="1"/>
          <p:nvPr/>
        </p:nvSpPr>
        <p:spPr>
          <a:xfrm>
            <a:off x="6200851" y="2738049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E474759-1D7B-45B8-99D6-8ED9A2E1F3D8}"/>
              </a:ext>
            </a:extLst>
          </p:cNvPr>
          <p:cNvSpPr txBox="1"/>
          <p:nvPr/>
        </p:nvSpPr>
        <p:spPr>
          <a:xfrm>
            <a:off x="6200850" y="3163525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D80AF01F-A8DF-40AB-9C55-B313541756AF}"/>
              </a:ext>
            </a:extLst>
          </p:cNvPr>
          <p:cNvSpPr txBox="1"/>
          <p:nvPr/>
        </p:nvSpPr>
        <p:spPr>
          <a:xfrm>
            <a:off x="6181093" y="3534196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B391DF2E-D4FB-4B8B-9CB5-89822A96E431}"/>
              </a:ext>
            </a:extLst>
          </p:cNvPr>
          <p:cNvSpPr txBox="1"/>
          <p:nvPr/>
        </p:nvSpPr>
        <p:spPr>
          <a:xfrm>
            <a:off x="9739812" y="2607687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2EDADC97-C318-4B44-BA70-5D167901C1BC}"/>
              </a:ext>
            </a:extLst>
          </p:cNvPr>
          <p:cNvSpPr txBox="1"/>
          <p:nvPr/>
        </p:nvSpPr>
        <p:spPr>
          <a:xfrm>
            <a:off x="9676110" y="4572343"/>
            <a:ext cx="432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F74108A-8303-BEDF-62AF-84A0C6E79ED2}"/>
              </a:ext>
            </a:extLst>
          </p:cNvPr>
          <p:cNvGrpSpPr/>
          <p:nvPr/>
        </p:nvGrpSpPr>
        <p:grpSpPr>
          <a:xfrm>
            <a:off x="10433989" y="225814"/>
            <a:ext cx="1367406" cy="1633756"/>
            <a:chOff x="650146" y="530604"/>
            <a:chExt cx="1367406" cy="1633756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3CFDA68C-005C-EA55-478A-C8579EF5CA79}"/>
                </a:ext>
              </a:extLst>
            </p:cNvPr>
            <p:cNvGrpSpPr/>
            <p:nvPr/>
          </p:nvGrpSpPr>
          <p:grpSpPr>
            <a:xfrm>
              <a:off x="650146" y="530604"/>
              <a:ext cx="1367406" cy="1633756"/>
              <a:chOff x="4728594" y="2164360"/>
              <a:chExt cx="1367406" cy="163375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B9A5EAF-9B99-0AD7-2E7A-23BDECF4F123}"/>
                  </a:ext>
                </a:extLst>
              </p:cNvPr>
              <p:cNvSpPr/>
              <p:nvPr/>
            </p:nvSpPr>
            <p:spPr>
              <a:xfrm>
                <a:off x="4728594" y="2164360"/>
                <a:ext cx="1367406" cy="16337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64D0A4B6-0186-8E21-E712-9061244305EF}"/>
                  </a:ext>
                </a:extLst>
              </p:cNvPr>
              <p:cNvCxnSpPr/>
              <p:nvPr/>
            </p:nvCxnSpPr>
            <p:spPr>
              <a:xfrm>
                <a:off x="4739780" y="2390862"/>
                <a:ext cx="135622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D8348B5-3EE9-6946-5597-9CDBCEF9B67D}"/>
                </a:ext>
              </a:extLst>
            </p:cNvPr>
            <p:cNvSpPr txBox="1"/>
            <p:nvPr/>
          </p:nvSpPr>
          <p:spPr>
            <a:xfrm>
              <a:off x="650146" y="530604"/>
              <a:ext cx="13674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Tickets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4AC0DA3-40E1-FF69-7619-DE85724752CD}"/>
                </a:ext>
              </a:extLst>
            </p:cNvPr>
            <p:cNvSpPr txBox="1"/>
            <p:nvPr/>
          </p:nvSpPr>
          <p:spPr>
            <a:xfrm>
              <a:off x="661332" y="757106"/>
              <a:ext cx="135622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>
                  <a:solidFill>
                    <a:srgbClr val="FF0000"/>
                  </a:solidFill>
                </a:rPr>
                <a:t>Id</a:t>
              </a:r>
            </a:p>
            <a:p>
              <a:r>
                <a:rPr lang="fr-FR" sz="1050" dirty="0"/>
                <a:t>Nbr prod vendu</a:t>
              </a:r>
            </a:p>
            <a:p>
              <a:r>
                <a:rPr lang="fr-FR" sz="1050" dirty="0"/>
                <a:t>Prix </a:t>
              </a:r>
              <a:r>
                <a:rPr lang="fr-FR" sz="1050" dirty="0" err="1"/>
                <a:t>tot</a:t>
              </a:r>
              <a:endParaRPr lang="fr-FR" sz="1050" dirty="0"/>
            </a:p>
            <a:p>
              <a:r>
                <a:rPr lang="fr-FR" sz="1050" dirty="0"/>
                <a:t>Jour</a:t>
              </a:r>
            </a:p>
            <a:p>
              <a:r>
                <a:rPr lang="fr-FR" sz="1050" dirty="0"/>
                <a:t>Mois </a:t>
              </a:r>
            </a:p>
            <a:p>
              <a:r>
                <a:rPr lang="fr-FR" sz="1050" dirty="0"/>
                <a:t>heure</a:t>
              </a:r>
            </a:p>
          </p:txBody>
        </p:sp>
      </p:grpSp>
      <p:sp>
        <p:nvSpPr>
          <p:cNvPr id="32" name="ZoneTexte 31">
            <a:extLst>
              <a:ext uri="{FF2B5EF4-FFF2-40B4-BE49-F238E27FC236}">
                <a16:creationId xmlns:a16="http://schemas.microsoft.com/office/drawing/2014/main" id="{D5E40BFD-CF47-A143-DE55-1341108273DE}"/>
              </a:ext>
            </a:extLst>
          </p:cNvPr>
          <p:cNvSpPr txBox="1"/>
          <p:nvPr/>
        </p:nvSpPr>
        <p:spPr>
          <a:xfrm>
            <a:off x="177553" y="176913"/>
            <a:ext cx="2405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Légendes :</a:t>
            </a:r>
          </a:p>
          <a:p>
            <a:r>
              <a:rPr lang="fr-FR" dirty="0">
                <a:solidFill>
                  <a:srgbClr val="FF0000"/>
                </a:solidFill>
              </a:rPr>
              <a:t>Clé primaire</a:t>
            </a:r>
          </a:p>
          <a:p>
            <a:r>
              <a:rPr lang="fr-FR" u="sng" dirty="0"/>
              <a:t>Clé secondaire</a:t>
            </a:r>
          </a:p>
        </p:txBody>
      </p:sp>
    </p:spTree>
    <p:extLst>
      <p:ext uri="{BB962C8B-B14F-4D97-AF65-F5344CB8AC3E}">
        <p14:creationId xmlns:p14="http://schemas.microsoft.com/office/powerpoint/2010/main" val="17232210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98</Words>
  <Application>Microsoft Office PowerPoint</Application>
  <PresentationFormat>Grand écran</PresentationFormat>
  <Paragraphs>77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Matthias Defretin</dc:creator>
  <cp:lastModifiedBy>Matthias Defretin</cp:lastModifiedBy>
  <cp:revision>11</cp:revision>
  <dcterms:created xsi:type="dcterms:W3CDTF">2023-05-15T07:23:23Z</dcterms:created>
  <dcterms:modified xsi:type="dcterms:W3CDTF">2023-06-10T02:07:00Z</dcterms:modified>
</cp:coreProperties>
</file>